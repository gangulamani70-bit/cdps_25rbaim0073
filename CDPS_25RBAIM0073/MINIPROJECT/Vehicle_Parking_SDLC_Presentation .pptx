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6" r:id="rId1"/>
  </p:sldMasterIdLst>
  <p:sldIdLst>
    <p:sldId id="256" r:id="rId2"/>
    <p:sldId id="257" r:id="rId3"/>
    <p:sldId id="259" r:id="rId4"/>
    <p:sldId id="260" r:id="rId5"/>
    <p:sldId id="266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396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77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84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40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69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47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68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60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65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32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79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313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399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73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27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615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6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8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6143"/>
            <a:ext cx="7772400" cy="2084438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Vehicle Parking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3459" y="2507226"/>
            <a:ext cx="4822722" cy="3529780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400" b="1" dirty="0"/>
              <a:t>Team Members:</a:t>
            </a:r>
          </a:p>
          <a:p>
            <a:pPr algn="l"/>
            <a:r>
              <a:rPr lang="en-US" sz="2400" dirty="0"/>
              <a:t>D Bheemeshwar – 25RBAID0029</a:t>
            </a:r>
          </a:p>
          <a:p>
            <a:pPr algn="l"/>
            <a:r>
              <a:rPr lang="en-US" sz="2400" dirty="0"/>
              <a:t>Y Akhil                     – 25RBAID0027</a:t>
            </a:r>
          </a:p>
          <a:p>
            <a:pPr algn="l"/>
            <a:r>
              <a:rPr lang="en-US" sz="2400" dirty="0"/>
              <a:t>O Sheshanth        – 25RBAID0022</a:t>
            </a:r>
          </a:p>
          <a:p>
            <a:pPr algn="l"/>
            <a:r>
              <a:rPr lang="en-US" sz="2400" dirty="0"/>
              <a:t>G Manikanta        – 25RBAIM0073</a:t>
            </a:r>
          </a:p>
          <a:p>
            <a:pPr algn="l"/>
            <a:r>
              <a:rPr lang="en-US" sz="2400" dirty="0"/>
              <a:t>R Santhosh           – 25RAIM0076</a:t>
            </a:r>
          </a:p>
          <a:p>
            <a:pPr algn="l"/>
            <a:r>
              <a:rPr lang="en-US" sz="2400" dirty="0"/>
              <a:t>M </a:t>
            </a:r>
            <a:r>
              <a:rPr lang="en-US" sz="2400"/>
              <a:t>Bhupal               – </a:t>
            </a:r>
            <a:r>
              <a:rPr lang="en-US" sz="2400" dirty="0"/>
              <a:t>25RBAIM0068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6480" y="1146048"/>
            <a:ext cx="3535680" cy="853440"/>
          </a:xfrm>
        </p:spPr>
        <p:txBody>
          <a:bodyPr>
            <a:normAutofit/>
          </a:bodyPr>
          <a:lstStyle/>
          <a:p>
            <a:r>
              <a:rPr lang="en-US" sz="2800" b="1" dirty="0"/>
              <a:t>Problem Statement: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IN" sz="2100" dirty="0"/>
              <a:t>Manual parking causes long queues and inaccurate slot tracking during peak hours. ​Underutilized lots Drivers waste time circling for spaces, leading to congestion.​ Billing errors and missing logs create disputes and security gaps. Automation via RFID, real-time allocation, and payments is essential.</a:t>
            </a:r>
            <a:endParaRPr lang="en-US" sz="2100" dirty="0"/>
          </a:p>
          <a:p>
            <a:endParaRPr lang="en-US" sz="2000" dirty="0"/>
          </a:p>
          <a:p>
            <a:r>
              <a:rPr lang="en-US" sz="2800" b="1" dirty="0"/>
              <a:t>Objective: </a:t>
            </a:r>
            <a:r>
              <a:rPr lang="en-IN" sz="2000" dirty="0"/>
              <a:t>Automate parking operations with RFID/camera entry, slot allocation, payments, and reports for 500+ slots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endParaRPr lang="en-US" sz="2000" dirty="0"/>
          </a:p>
          <a:p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Requirement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Identify user needs</a:t>
            </a:r>
          </a:p>
          <a:p>
            <a:r>
              <a:rPr dirty="0"/>
              <a:t>Parking slot tracking, vehicle entry/exit logs</a:t>
            </a:r>
          </a:p>
          <a:p>
            <a:r>
              <a:rPr dirty="0"/>
              <a:t> Payment handling and reports</a:t>
            </a:r>
          </a:p>
          <a:p>
            <a:r>
              <a:rPr dirty="0"/>
              <a:t> Overbooking prevention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56032"/>
            <a:ext cx="3919051" cy="1109471"/>
          </a:xfrm>
        </p:spPr>
        <p:txBody>
          <a:bodyPr>
            <a:noAutofit/>
          </a:bodyPr>
          <a:lstStyle/>
          <a:p>
            <a:r>
              <a:rPr b="1" dirty="0"/>
              <a:t>2. Design Phas</a:t>
            </a:r>
            <a:r>
              <a:rPr lang="en-US" b="1" dirty="0"/>
              <a:t>e</a:t>
            </a:r>
            <a:br>
              <a:rPr lang="en-US" b="1" dirty="0"/>
            </a:b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569" y="1121665"/>
            <a:ext cx="7776135" cy="58277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SYSTEM ARCHITECTURE 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/>
              <a:t>Sensors and cameras:</a:t>
            </a:r>
            <a:r>
              <a:rPr lang="en-US" sz="1800" dirty="0"/>
              <a:t> Captures the vehicles and Send data to the central server.</a:t>
            </a:r>
          </a:p>
          <a:p>
            <a:pPr marL="457200" indent="-457200">
              <a:buAutoNum type="arabicPeriod"/>
            </a:pPr>
            <a:r>
              <a:rPr lang="en-US" sz="1800" b="1" dirty="0"/>
              <a:t>Central Server : </a:t>
            </a:r>
            <a:r>
              <a:rPr lang="en-US" sz="1800" dirty="0"/>
              <a:t>This is brain of the system.</a:t>
            </a:r>
          </a:p>
          <a:p>
            <a:pPr marL="457200" indent="-457200">
              <a:buAutoNum type="arabicPeriod"/>
            </a:pPr>
            <a:r>
              <a:rPr lang="en-US" sz="1800" b="1" dirty="0"/>
              <a:t>Database(MYSQL): </a:t>
            </a:r>
            <a:r>
              <a:rPr lang="en-US" sz="1800" dirty="0"/>
              <a:t>Stores the data.</a:t>
            </a:r>
          </a:p>
          <a:p>
            <a:pPr marL="457200" indent="-457200">
              <a:buAutoNum type="arabicPeriod"/>
            </a:pPr>
            <a:r>
              <a:rPr lang="en-US" sz="1800" b="1" dirty="0"/>
              <a:t>Payment Gateway: </a:t>
            </a:r>
            <a:r>
              <a:rPr lang="en-US" sz="1800" dirty="0"/>
              <a:t>UPI, QR code, cards and sends transaction status back to the server.</a:t>
            </a:r>
          </a:p>
          <a:p>
            <a:pPr marL="457200" indent="-457200">
              <a:buAutoNum type="arabicPeriod"/>
            </a:pPr>
            <a:r>
              <a:rPr lang="en-US" sz="1800" b="1" dirty="0"/>
              <a:t>Data Flow: </a:t>
            </a:r>
            <a:r>
              <a:rPr lang="en-US" sz="1800" dirty="0"/>
              <a:t>It is the  Step-by-Step Flow which Entry process and exit process.</a:t>
            </a:r>
          </a:p>
          <a:p>
            <a:pPr marL="0" indent="0">
              <a:buNone/>
            </a:pPr>
            <a:r>
              <a:rPr lang="en-US" b="1" dirty="0"/>
              <a:t>UI WIREFRAMES:</a:t>
            </a:r>
          </a:p>
          <a:p>
            <a:pPr lvl="0"/>
            <a:r>
              <a:rPr lang="en-IN" sz="1900" b="1" u="sng" dirty="0"/>
              <a:t>Home Screen:</a:t>
            </a:r>
            <a:r>
              <a:rPr lang="en-IN" sz="1900" dirty="0"/>
              <a:t> Slot map (Green=Free, Red=Occupied).</a:t>
            </a:r>
          </a:p>
          <a:p>
            <a:pPr lvl="0"/>
            <a:r>
              <a:rPr lang="en-IN" sz="1900" b="1" u="sng" dirty="0"/>
              <a:t>Login/Signup:</a:t>
            </a:r>
            <a:r>
              <a:rPr lang="en-IN" sz="1900" dirty="0"/>
              <a:t> Phone/OTP auth.</a:t>
            </a:r>
          </a:p>
          <a:p>
            <a:pPr lvl="0"/>
            <a:r>
              <a:rPr lang="en-IN" sz="1900" b="1" u="sng" dirty="0"/>
              <a:t>Main Screen:</a:t>
            </a:r>
            <a:r>
              <a:rPr lang="en-IN" sz="1900" dirty="0"/>
              <a:t> Entry scan, payment QR.</a:t>
            </a:r>
          </a:p>
          <a:p>
            <a:pPr lvl="0"/>
            <a:r>
              <a:rPr lang="en-IN" sz="1900" b="1" u="sng" dirty="0"/>
              <a:t>Settings:</a:t>
            </a:r>
            <a:r>
              <a:rPr lang="en-IN" sz="1900" dirty="0"/>
              <a:t> Profile, history.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>
            <a:extLst>
              <a:ext uri="{FF2B5EF4-FFF2-40B4-BE49-F238E27FC236}">
                <a16:creationId xmlns:a16="http://schemas.microsoft.com/office/drawing/2014/main" id="{7A9E41BC-7337-1A61-2ABC-1EF6DB0B8C37}"/>
              </a:ext>
            </a:extLst>
          </p:cNvPr>
          <p:cNvSpPr>
            <a:spLocks noGrp="1" noChangeAspect="1" noChangeArrowheads="1"/>
          </p:cNvSpPr>
          <p:nvPr>
            <p:ph type="ctrTitle"/>
          </p:nvPr>
        </p:nvSpPr>
        <p:spPr bwMode="auto">
          <a:xfrm flipV="1">
            <a:off x="1739673" y="511277"/>
            <a:ext cx="6947127" cy="40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6924535F-40EF-A466-F44E-D00E5C9282AF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1908175" y="1690688"/>
            <a:ext cx="6778625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684A3E-96B3-F543-31E4-0F3AF631F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47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4" y="176785"/>
            <a:ext cx="7479114" cy="1493519"/>
          </a:xfrm>
        </p:spPr>
        <p:txBody>
          <a:bodyPr/>
          <a:lstStyle/>
          <a:p>
            <a:r>
              <a:rPr dirty="0">
                <a:latin typeface="Algerian" panose="04020705040A02060702" pitchFamily="82" charset="0"/>
              </a:rPr>
              <a:t>3. Development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1" y="1840991"/>
            <a:ext cx="8241792" cy="425500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Code written based on design</a:t>
            </a:r>
          </a:p>
          <a:p>
            <a:r>
              <a:rPr lang="en-US" b="1" dirty="0"/>
              <a:t>Modules developed:</a:t>
            </a:r>
          </a:p>
          <a:p>
            <a:r>
              <a:rPr lang="en-US" dirty="0"/>
              <a:t>  - Vehicle entry module.</a:t>
            </a:r>
          </a:p>
          <a:p>
            <a:r>
              <a:rPr lang="en-US" dirty="0"/>
              <a:t>   -Slot management module.</a:t>
            </a:r>
          </a:p>
          <a:p>
            <a:r>
              <a:rPr lang="en-US" dirty="0"/>
              <a:t>  - Payment module.</a:t>
            </a:r>
          </a:p>
          <a:p>
            <a:r>
              <a:rPr lang="en-IN" b="1" dirty="0"/>
              <a:t>Code Walkthrough Notes:</a:t>
            </a:r>
            <a:endParaRPr lang="en-IN" dirty="0"/>
          </a:p>
          <a:p>
            <a:r>
              <a:rPr lang="en-IN" b="1" dirty="0"/>
              <a:t>    Implemented:</a:t>
            </a:r>
            <a:r>
              <a:rPr lang="en-IN" dirty="0"/>
              <a:t> Entry logic, DB connections.</a:t>
            </a:r>
          </a:p>
          <a:p>
            <a:r>
              <a:rPr lang="en-IN" dirty="0"/>
              <a:t>    </a:t>
            </a:r>
            <a:r>
              <a:rPr lang="en-IN" b="1" dirty="0"/>
              <a:t>Blockers:</a:t>
            </a:r>
            <a:r>
              <a:rPr lang="en-IN" dirty="0"/>
              <a:t> Camera API latency.</a:t>
            </a:r>
          </a:p>
          <a:p>
            <a:r>
              <a:rPr lang="en-IN" b="1" dirty="0"/>
              <a:t>    Next Steps:</a:t>
            </a:r>
            <a:r>
              <a:rPr lang="en-IN" dirty="0"/>
              <a:t> Test integration, add notifications.</a:t>
            </a:r>
          </a:p>
          <a:p>
            <a:r>
              <a:rPr lang="en-IN" b="1" dirty="0"/>
              <a:t>Deliverable:</a:t>
            </a:r>
            <a:r>
              <a:rPr lang="en-IN" dirty="0"/>
              <a:t> Updated Backlog, Feature Demo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Testing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 tested a Vehicle Parking Management System.</a:t>
            </a:r>
          </a:p>
          <a:p>
            <a:pPr marL="0" indent="0">
              <a:buNone/>
            </a:pPr>
            <a:r>
              <a:rPr lang="en-US" dirty="0"/>
              <a:t>This system helps us when vehicles come, find an empty slot, pay the fee, and leave.</a:t>
            </a:r>
          </a:p>
          <a:p>
            <a:pPr marL="0" indent="0">
              <a:buNone/>
            </a:pPr>
            <a:r>
              <a:rPr lang="en-US" dirty="0"/>
              <a:t>During testing, I checked:</a:t>
            </a:r>
          </a:p>
          <a:p>
            <a:r>
              <a:rPr lang="en-US" dirty="0"/>
              <a:t>Can the system give a parking slot correctly?</a:t>
            </a:r>
          </a:p>
          <a:p>
            <a:r>
              <a:rPr lang="en-US" dirty="0"/>
              <a:t>Does payment work and send a receipt?</a:t>
            </a:r>
          </a:p>
          <a:p>
            <a:r>
              <a:rPr lang="en-US" dirty="0"/>
              <a:t>Does the system stop vehicles when parking is full?</a:t>
            </a:r>
          </a:p>
          <a:p>
            <a:r>
              <a:rPr lang="en-US" dirty="0"/>
              <a:t>Is the exit time and slot release correct?</a:t>
            </a:r>
            <a:r>
              <a:rPr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570" y="263824"/>
            <a:ext cx="7564459" cy="1188719"/>
          </a:xfrm>
        </p:spPr>
        <p:txBody>
          <a:bodyPr/>
          <a:lstStyle/>
          <a:p>
            <a:r>
              <a:rPr dirty="0"/>
              <a:t>5. Deployment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759" y="2109215"/>
            <a:ext cx="8016241" cy="454727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 System installed for real use</a:t>
            </a:r>
          </a:p>
          <a:p>
            <a:r>
              <a:rPr dirty="0"/>
              <a:t> Staff trained to operate system</a:t>
            </a:r>
          </a:p>
          <a:p>
            <a:r>
              <a:rPr dirty="0"/>
              <a:t>Parking area starts using software</a:t>
            </a:r>
            <a:endParaRPr lang="en-US" dirty="0"/>
          </a:p>
          <a:p>
            <a:pPr marL="0" indent="0">
              <a:buNone/>
            </a:pPr>
            <a:r>
              <a:rPr lang="en-IN" b="1" dirty="0"/>
              <a:t>Deployment Checklist:</a:t>
            </a:r>
          </a:p>
          <a:p>
            <a:pPr lvl="0"/>
            <a:r>
              <a:rPr lang="en-IN" dirty="0"/>
              <a:t>Code merged to main</a:t>
            </a:r>
          </a:p>
          <a:p>
            <a:pPr lvl="0"/>
            <a:r>
              <a:rPr lang="en-IN" dirty="0"/>
              <a:t>DB configured (500 slots seeded)</a:t>
            </a:r>
          </a:p>
          <a:p>
            <a:pPr lvl="0"/>
            <a:r>
              <a:rPr lang="en-IN" dirty="0"/>
              <a:t>Env vars set (API keys)</a:t>
            </a:r>
          </a:p>
          <a:p>
            <a:pPr lvl="0"/>
            <a:r>
              <a:rPr lang="en-IN" dirty="0"/>
              <a:t>Build successful</a:t>
            </a:r>
          </a:p>
          <a:p>
            <a:pPr lvl="0"/>
            <a:r>
              <a:rPr lang="en-IN" dirty="0"/>
              <a:t>Final tests passed</a:t>
            </a:r>
          </a:p>
          <a:p>
            <a:pPr lvl="0"/>
            <a:r>
              <a:rPr lang="en-IN" dirty="0"/>
              <a:t>Version tagged v1.0</a:t>
            </a:r>
          </a:p>
          <a:p>
            <a:pPr marL="0" indent="0">
              <a:buNone/>
            </a:pPr>
            <a:endParaRPr lang="en-IN" dirty="0"/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Maintenance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 </a:t>
            </a:r>
            <a:r>
              <a:rPr lang="en-US" dirty="0"/>
              <a:t>Vehicle parking management system means the activities done after  the system is deployed to keep it </a:t>
            </a:r>
            <a:r>
              <a:rPr lang="en-US"/>
              <a:t>working smoothly</a:t>
            </a:r>
            <a:endParaRPr lang="en-US" dirty="0"/>
          </a:p>
          <a:p>
            <a:r>
              <a:rPr lang="en-US" dirty="0"/>
              <a:t>Updating features</a:t>
            </a:r>
          </a:p>
          <a:p>
            <a:r>
              <a:rPr lang="en-US" dirty="0"/>
              <a:t>Improving performance</a:t>
            </a:r>
            <a:endParaRPr dirty="0"/>
          </a:p>
          <a:p>
            <a:r>
              <a:rPr dirty="0"/>
              <a:t> Improve slot display UI</a:t>
            </a:r>
          </a:p>
          <a:p>
            <a:r>
              <a:rPr dirty="0"/>
              <a:t> </a:t>
            </a:r>
            <a:r>
              <a:rPr lang="en-US" dirty="0"/>
              <a:t>fixing bugs</a:t>
            </a:r>
          </a:p>
          <a:p>
            <a:r>
              <a:rPr lang="en-US" dirty="0"/>
              <a:t>Regularly check parking sensors,cameras,and entry/exit gates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SDLC helps build a reliable parking management system</a:t>
            </a:r>
          </a:p>
          <a:p>
            <a:r>
              <a:rPr dirty="0"/>
              <a:t> Each phase improves </a:t>
            </a:r>
            <a:r>
              <a:t>planning </a:t>
            </a:r>
            <a:endParaRPr dirty="0"/>
          </a:p>
          <a:p>
            <a:r>
              <a:rPr dirty="0"/>
              <a:t> System is useful for malls, offices, and parking areas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67</TotalTime>
  <Words>514</Words>
  <Application>Microsoft Office PowerPoint</Application>
  <PresentationFormat>On-screen Show (4:3)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Corbel</vt:lpstr>
      <vt:lpstr>Parallax</vt:lpstr>
      <vt:lpstr>Vehicle Parking Management System</vt:lpstr>
      <vt:lpstr>Problem Statement:</vt:lpstr>
      <vt:lpstr>1. Requirement Phase</vt:lpstr>
      <vt:lpstr>2. Design Phase </vt:lpstr>
      <vt:lpstr>.</vt:lpstr>
      <vt:lpstr>3. Development Phase</vt:lpstr>
      <vt:lpstr>4. Testing Phase</vt:lpstr>
      <vt:lpstr>5. Deployment Phase</vt:lpstr>
      <vt:lpstr>6. Maintenance Phase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onanigoud@outlook.com</cp:lastModifiedBy>
  <cp:revision>7</cp:revision>
  <dcterms:created xsi:type="dcterms:W3CDTF">2013-01-27T09:14:16Z</dcterms:created>
  <dcterms:modified xsi:type="dcterms:W3CDTF">2025-12-30T10:05:46Z</dcterms:modified>
  <cp:category/>
</cp:coreProperties>
</file>